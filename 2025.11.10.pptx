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361B-3666-DA04-DF21-35F3F852F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2E48C-6FBE-172F-FE12-18F2C2AE6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E6969-6A52-2384-15C0-67991B04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6DE2E-EC4D-EEB3-54B8-1F7671BE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7C97F-857D-924B-1CF0-B707F763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3FE4-FFA0-DBFC-6A79-F70FE297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2056-9DB5-E40E-2D32-558DE54F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DCC5D-E46A-25B2-A8CC-500FF467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4DC87-213F-B062-4213-4CDFF69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EC72D-610A-902F-ADEE-010537E2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8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4393-FA73-40AB-07C6-AF728AF8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8E00E-6B3A-403E-8BAA-C3795C49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13147-9816-59E4-B1E4-AFC3049D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6B44-379E-4D05-6F46-5FCBF9AE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91EC7-33C6-51E8-9A26-DE309DC4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24BC-8477-43DD-4216-2F081619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97E9-49DF-6E17-29BC-13039D98F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336E8-B6DF-9192-3B43-CEDA7D78D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C4FA0-E5E4-78A7-747D-F43FFD0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CDBE-5DA3-DDCB-158E-614490BC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F47B-6E46-144A-2B8F-6320917D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2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6E31-5B43-A733-0A2C-E8FF25B6C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05DBF-21E9-57DD-3200-C38566C92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65E9E-87C1-5675-6161-3996F1431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30A11-1BFC-DCEF-02B3-0AFB0495B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4ED7D-30C8-D3CE-63F4-47A11F04B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B6A82-7E4E-9659-2998-CFC48C6B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20B37-9D38-3872-4FCE-A0263FDE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92EC8-1CCB-2E95-3AAF-D765C658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C1BC-5A45-5CF5-065F-C3CACD94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B277B-A6D0-9D44-068C-FFD7AFA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59246-8D92-D532-3009-421C3CB0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79D4B-6697-0615-67C7-4080DF8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5BBE9-DA51-2B45-8F1B-AD58022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D0E0B-5C5A-1B77-9E03-92291732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84C7-27A9-1086-9CF8-350CCDE5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7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DCF9-DC84-2565-840C-4BBB334A8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3EFB-3ED1-4EF5-71C7-86FA560DE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664B8-62AF-F2A2-C1A0-18EC0E63B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ED7CC-685B-7B13-C4A5-3F6C3328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7C8F4-7584-83C6-04A3-097F33D5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54C3D-CA89-60A0-EF0F-2B7A1C67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2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3A70-142D-697C-F46D-CA13DE4A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EC838-3212-1824-3B58-E6AF53685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31D6F-DD0E-1052-114A-A38B65CD1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17E2B-DC44-9DA4-F747-4057D31A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DDBD3-301F-1BA1-1A0E-DEB8537F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4F11C-DF01-1A2B-2C95-684A6819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3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3768-6A63-C036-4CCC-87513D30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B9B9E-8DC9-0BD4-459E-7D3E0C2E4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E70B6-C76E-86BA-A37C-064F48BB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7E054-17FD-383C-AB73-8DAF9ED8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A2A8-6898-9AB7-D31D-8F660FBF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7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B8964-BBF3-F477-BF84-C0CEABA12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26A5C-B9C1-3C4A-EFB8-C654D8F9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80ECB-0A05-3603-5FAB-4E48291F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68D1-E77A-3EDF-D3D6-B92339204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68DF8-624F-82FA-74BB-23B7CB45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9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B2B20-EA95-C301-7935-833C88C61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AD75F-543C-208F-9933-90F46BD78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BFC-49F8-D044-1209-C2AC983D0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2595D-B5D4-47E8-81BE-238D75E5D6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0CD68-EBAF-A51C-97CC-F0F8C4F97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099B-880F-F7DA-1B88-A09D0E9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BA8EC-C805-4D0A-B9B4-D60522DD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2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4C8C-2C6B-7368-F2E4-862AF7F62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2025/11/10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37068-E0A7-6C56-F157-C6E2C2CB8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6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1CB881-1D60-C082-1847-C11F3338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7953" cy="29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4DB51-7425-29F3-416B-A938AA93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4" y="3069632"/>
            <a:ext cx="3717079" cy="90590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BD63DE4-460B-4E40-3B64-A9774717A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452" y="0"/>
            <a:ext cx="3926573" cy="29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2AEE749-5C6B-807E-4778-71A676197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025" y="-1"/>
            <a:ext cx="3837952" cy="299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B1DEA86-52B1-FF2F-A476-FA054CBF3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74" y="4093420"/>
            <a:ext cx="3572987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22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952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2025/11/10</vt:lpstr>
      <vt:lpstr>PowerPoint Presentation</vt:lpstr>
      <vt:lpstr>PowerPoint Presentation</vt:lpstr>
    </vt:vector>
  </TitlesOfParts>
  <Company>University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Raithel-Lab</dc:creator>
  <cp:lastModifiedBy>Raithel-Lab</cp:lastModifiedBy>
  <cp:revision>3</cp:revision>
  <dcterms:created xsi:type="dcterms:W3CDTF">2025-11-10T21:11:31Z</dcterms:created>
  <dcterms:modified xsi:type="dcterms:W3CDTF">2025-11-10T22:08:52Z</dcterms:modified>
</cp:coreProperties>
</file>