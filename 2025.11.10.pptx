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37" d="100"/>
          <a:sy n="37" d="100"/>
        </p:scale>
        <p:origin x="84" y="15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EF361B-3666-DA04-DF21-35F3F852F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E2E48C-6FBE-172F-FE12-18F2C2AE6C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E6969-6A52-2384-15C0-67991B04B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12595D-B5D4-47E8-81BE-238D75E5D647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C6DE2E-EC4D-EEB3-54B8-1F7671BE9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C7C97F-857D-924B-1CF0-B707F7633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BA8EC-C805-4D0A-B9B4-D60522DD9E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067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33FE4-FFA0-DBFC-6A79-F70FE297A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382056-9DB5-E40E-2D32-558DE54F7C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7DCC5D-E46A-25B2-A8CC-500FF4677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12595D-B5D4-47E8-81BE-238D75E5D647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B4DC87-213F-B062-4213-4CDFF691B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2EC72D-610A-902F-ADEE-010537E24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BA8EC-C805-4D0A-B9B4-D60522DD9E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21800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14393-FA73-40AB-07C6-AF728AF80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E8E00E-6B3A-403E-8BAA-C3795C49D0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F13147-9816-59E4-B1E4-AFC3049D7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12595D-B5D4-47E8-81BE-238D75E5D647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96B44-379E-4D05-6F46-5FCBF9AE3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091EC7-33C6-51E8-9A26-DE309DC48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BA8EC-C805-4D0A-B9B4-D60522DD9E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331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F24BC-8477-43DD-4216-2F0816191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DD97E9-49DF-6E17-29BC-13039D98F5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D336E8-B6DF-9192-3B43-CEDA7D78D7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C4FA0-E5E4-78A7-747D-F43FFD0B1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12595D-B5D4-47E8-81BE-238D75E5D647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BBCDBE-5DA3-DDCB-158E-614490BCA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D6F47B-6E46-144A-2B8F-6320917DB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BA8EC-C805-4D0A-B9B4-D60522DD9E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5201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16E31-5B43-A733-0A2C-E8FF25B6C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805DBF-21E9-57DD-3200-C38566C92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B65E9E-87C1-5675-6161-3996F1431D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A30A11-1BFC-DCEF-02B3-0AFB0495BA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84ED7D-30C8-D3CE-63F4-47A11F04B6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7B6A82-7E4E-9659-2998-CFC48C6BE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12595D-B5D4-47E8-81BE-238D75E5D647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D20B37-9D38-3872-4FCE-A0263FDEFC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B92EC8-1CCB-2E95-3AAF-D765C6584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BA8EC-C805-4D0A-B9B4-D60522DD9E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848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9C1BC-5A45-5CF5-065F-C3CACD941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FB277B-A6D0-9D44-068C-FFD7AFAAA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12595D-B5D4-47E8-81BE-238D75E5D647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759246-8D92-D532-3009-421C3CB02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479D4B-6697-0615-67C7-4080DF835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BA8EC-C805-4D0A-B9B4-D60522DD9E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3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F5BBE9-DA51-2B45-8F1B-AD5802258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12595D-B5D4-47E8-81BE-238D75E5D647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BD0E0B-5C5A-1B77-9E03-92291732C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3284C7-27A9-1086-9CF8-350CCDE57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BA8EC-C805-4D0A-B9B4-D60522DD9E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3713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FDCF9-DC84-2565-840C-4BBB334A8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5C3EFB-3ED1-4EF5-71C7-86FA560DEF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A664B8-62AF-F2A2-C1A0-18EC0E63B9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9ED7CC-685B-7B13-C4A5-3F6C33288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12595D-B5D4-47E8-81BE-238D75E5D647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17C8F4-7584-83C6-04A3-097F33D54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D54C3D-CA89-60A0-EF0F-2B7A1C676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BA8EC-C805-4D0A-B9B4-D60522DD9E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6278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63A70-142D-697C-F46D-CA13DE4AF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1EC838-3212-1824-3B58-E6AF536859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E31D6F-DD0E-1052-114A-A38B65CD16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417E2B-DC44-9DA4-F747-4057D31A1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12595D-B5D4-47E8-81BE-238D75E5D647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6DDBD3-301F-1BA1-1A0E-DEB8537F7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24F11C-DF01-1A2B-2C95-684A68193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BA8EC-C805-4D0A-B9B4-D60522DD9E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1346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03768-6A63-C036-4CCC-87513D303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2B9B9E-8DC9-0BD4-459E-7D3E0C2E44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2E70B6-C76E-86BA-A37C-064F48BB4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12595D-B5D4-47E8-81BE-238D75E5D647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17E054-17FD-383C-AB73-8DAF9ED8D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10A2A8-6898-9AB7-D31D-8F660FBFE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BA8EC-C805-4D0A-B9B4-D60522DD9E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3720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47B8964-BBF3-F477-BF84-C0CEABA126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926A5C-B9C1-3C4A-EFB8-C654D8F931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F80ECB-0A05-3603-5FAB-4E48291F61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12595D-B5D4-47E8-81BE-238D75E5D647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B868D1-E77A-3EDF-D3D6-B92339204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868DF8-624F-82FA-74BB-23B7CB45E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BA8EC-C805-4D0A-B9B4-D60522DD9E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192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BB2B20-EA95-C301-7935-833C88C61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4AD75F-543C-208F-9933-90F46BD780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070BFC-49F8-D044-1209-C2AC983D02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12595D-B5D4-47E8-81BE-238D75E5D647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20CD68-EBAF-A51C-97CC-F0F8C4F976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A9099B-880F-F7DA-1B88-A09D0E9CB6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CBA8EC-C805-4D0A-B9B4-D60522DD9E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5205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44C8C-2C6B-7368-F2E4-862AF7F624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2025/11/10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237068-E0A7-6C56-F157-C6E2C2CB85C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2639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8F1CB881-1D60-C082-1847-C11F33382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837953" cy="2951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A64DB51-7425-29F3-416B-A938AA93E2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874" y="3069632"/>
            <a:ext cx="3717079" cy="905903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5BD63DE4-460B-4E40-3B64-A9774717A2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3452" y="0"/>
            <a:ext cx="3926573" cy="2951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D2AEE749-5C6B-807E-4778-71A676197C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0025" y="-1"/>
            <a:ext cx="3837952" cy="2999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CB1DEA86-52B1-FF2F-A476-FA054CBF3A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874" y="4093420"/>
            <a:ext cx="3572987" cy="2747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32293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0DC229F-034E-24D8-82F4-B29804EC3A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260" y="0"/>
            <a:ext cx="4177433" cy="3095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25772FF-4310-5462-EC74-E0BF2AB338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2" y="3429000"/>
            <a:ext cx="5495238" cy="819048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896B7AF-3292-7FC7-AC25-941E97E2CE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8160" y="0"/>
            <a:ext cx="4177433" cy="3095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309BC89D-F68C-82DA-6687-6C0B7750B1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56320" y="0"/>
            <a:ext cx="3692162" cy="2736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801DB72D-4B1C-7568-ED40-A6558C6223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957" y="4813291"/>
            <a:ext cx="3666037" cy="2716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706C3F10-9086-F294-8485-CFB135E6CB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8887" y="4813291"/>
            <a:ext cx="4177433" cy="3095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5952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</TotalTime>
  <Words>1</Words>
  <Application>Microsoft Office PowerPoint</Application>
  <PresentationFormat>Widescreen</PresentationFormat>
  <Paragraphs>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2025/11/10</vt:lpstr>
      <vt:lpstr>PowerPoint Presentation</vt:lpstr>
      <vt:lpstr>PowerPoint Presentation</vt:lpstr>
    </vt:vector>
  </TitlesOfParts>
  <Company>University of Michigan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Raithel-Lab</dc:creator>
  <cp:lastModifiedBy>Raithel-Lab</cp:lastModifiedBy>
  <cp:revision>4</cp:revision>
  <dcterms:created xsi:type="dcterms:W3CDTF">2025-11-10T21:11:31Z</dcterms:created>
  <dcterms:modified xsi:type="dcterms:W3CDTF">2025-11-12T04:18:07Z</dcterms:modified>
</cp:coreProperties>
</file>